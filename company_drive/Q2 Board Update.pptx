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Board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— finance_data policy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 growth steady</a:t>
            </a:r>
          </a:p>
          <a:p>
            <a:pPr/>
            <a:r>
              <a:t>Activation is the constraint — Phoenix addresses it</a:t>
            </a:r>
          </a:p>
          <a:p>
            <a:pPr/>
            <a:r>
              <a:t>Runway: healthy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 to design-systems advisor</a:t>
            </a:r>
          </a:p>
          <a:p>
            <a:pPr/>
            <a:r>
              <a:t>Enterprise security review fast-track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