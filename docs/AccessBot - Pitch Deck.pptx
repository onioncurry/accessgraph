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AccessBot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G-Brain skill that turns a Slack task into a minimum access package — for humans and AI agents.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 is assigned in Slack. Access lives in ten tools.</a:t>
            </a:r>
          </a:p>
          <a:p>
            <a:pPr/>
            <a:r>
              <a:t>Every handoff starts with: I cannot open the roadmap. Who owns the Jira board?</a:t>
            </a:r>
          </a:p>
          <a:p>
            <a:pPr/>
            <a:r>
              <a:t>AI agents cannot even ask — no machine-readable permissions = no safe automation.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Mention @AccessBot on a task</a:t>
            </a:r>
          </a:p>
          <a:p>
            <a:pPr/>
            <a:r>
              <a:t>It parses assignee, intent, and project</a:t>
            </a:r>
          </a:p>
          <a:p>
            <a:pPr/>
            <a:r>
              <a:t>Queries the G-Brain access graph (people, files, policies, past tasks)</a:t>
            </a:r>
          </a:p>
          <a:p>
            <a:pPr/>
            <a:r>
              <a:t>Returns the least-privilege package: what, level, duration, approver — one click to grant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is safe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Per-resource least privilege (write only on work surfaces)</a:t>
            </a:r>
          </a:p>
          <a:p>
            <a:pPr/>
            <a:r>
              <a:t>Confidential data never auto-bundled — blocked unless justified</a:t>
            </a:r>
          </a:p>
          <a:p>
            <a:pPr/>
            <a:r>
              <a:t>Fail-closed, deterministic, injection-inert</a:t>
            </a:r>
          </a:p>
          <a:p>
            <a:pPr/>
            <a:r>
              <a:t>120+ adversarial tests, score 100/100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RFS — all three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Brain: knowledge, policies, AND the skill live in the brain</a:t>
            </a:r>
          </a:p>
          <a:p>
            <a:pPr/>
            <a:r>
              <a:t>Software for Agents: strict JSON before an agent acts</a:t>
            </a:r>
          </a:p>
          <a:p>
            <a:pPr/>
            <a:r>
              <a:t>Dynamic Software Interfaces: per-task access UI in the flow of 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 runs on real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People layer generated from the Crustdata API (real Stripe org, 679 matches)</a:t>
            </a:r>
          </a:p>
          <a:p>
            <a:pPr/>
            <a:r>
              <a:t>Same unchanged skill resolves access for real employees</a:t>
            </a:r>
          </a:p>
          <a:p>
            <a:pPr/>
            <a:r>
              <a:t>Fully offline demo: all data in-repo, zero API dependency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Try it: onioncurry.github.io/accessgraph</a:t>
            </a:r>
          </a:p>
          <a:p>
            <a:pPr/>
            <a:r>
              <a:t>Repo: github.com/onioncurry/accessgraph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