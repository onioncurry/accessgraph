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Q2 Pipeline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/ GTM —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Coverage 3.1x (target 3x)</a:t>
            </a:r>
          </a:p>
          <a:p>
            <a:pPr/>
            <a:r>
              <a:t>Win rate 24% (+3pts QoQ)</a:t>
            </a:r>
          </a:p>
          <a:p>
            <a:pPr/>
            <a:r>
              <a:t>Slippage risk: 2 enterprise deals waiting on security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Mid-market expansion plays</a:t>
            </a:r>
          </a:p>
          <a:p>
            <a:pPr/>
            <a:r>
              <a:t>Onboarding v2 as a wedge story</a:t>
            </a:r>
          </a:p>
          <a:p>
            <a:pPr/>
            <a:r>
              <a:t>Tighten stage-2 exit criteria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