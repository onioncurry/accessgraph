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Phoenix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GTM narrative &amp; announcement plan —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 used to take 7 steps. Now it takes 3.</a:t>
            </a:r>
          </a:p>
          <a:p>
            <a:pPr/>
            <a:r>
              <a:t>Activation +14pts in beta</a:t>
            </a:r>
          </a:p>
          <a:p>
            <a:pPr/>
            <a:r>
              <a:t>Launch moment: changelog + founder thread + lifecycle 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beta cohort GA</a:t>
            </a:r>
          </a:p>
          <a:p>
            <a:pPr/>
            <a:r>
              <a:t>Week 2: all new signups</a:t>
            </a:r>
          </a:p>
          <a:p>
            <a:pPr/>
            <a:r>
              <a:t>Week 3: existing workspaces prompt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Sales: update demo script</a:t>
            </a:r>
          </a:p>
          <a:p>
            <a:pPr/>
            <a:r>
              <a:t>Support: macro refresh</a:t>
            </a:r>
          </a:p>
          <a:p>
            <a:pPr/>
            <a:r>
              <a:t>Everyone: amplify launch thread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